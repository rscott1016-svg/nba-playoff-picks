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NYC 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Statue of Liberty's internal framework is made up of over 20,000 pieces of copper that were riveted together and held in place by 16,000 screws.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