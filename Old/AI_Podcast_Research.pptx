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Podcast Recommendation</a:t>
            </a:r>
          </a:p>
        </p:txBody>
      </p:sp>
      <p:sp>
        <p:nvSpPr>
          <p:cNvPr id="3" name="Content Placeholder 2"/>
          <p:cNvSpPr>
            <a:spLocks noGrp="1"/>
          </p:cNvSpPr>
          <p:nvPr>
            <p:ph idx="1"/>
          </p:nvPr>
        </p:nvSpPr>
        <p:spPr/>
        <p:txBody>
          <a:bodyPr/>
          <a:lstStyle/>
          <a:p>
            <a:r>
              <a:t>Here are three great AI podcasts: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Podcast Recommendation</a:t>
            </a:r>
          </a:p>
        </p:txBody>
      </p:sp>
      <p:sp>
        <p:nvSpPr>
          <p:cNvPr id="3" name="Content Placeholder 2"/>
          <p:cNvSpPr>
            <a:spLocks noGrp="1"/>
          </p:cNvSpPr>
          <p:nvPr>
            <p:ph idx="1"/>
          </p:nvPr>
        </p:nvSpPr>
        <p:spPr/>
        <p:txBody>
          <a:bodyPr/>
          <a:lstStyle/>
          <a:p>
            <a:r>
              <a:t>"Data Science Daily"</a:t>
            </a:r>
          </a:p>
          <a:p/>
          <a:p>
            <a:r>
              <a:t>Vibe: Informative and thought-provoking, "Data Science Daily" delves into the latest trends and insights in artificial intelligence, machine learning, and data science.</a:t>
            </a:r>
          </a:p>
          <a:p/>
          <a:p>
            <a:r>
              <a:t>Summary: Hosted by a team of experienced data scientists, this podcast covers topics such as natural language processing, computer vision, and robotics, providing actionable advice for those interested in AI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Podcast Recommendation</a:t>
            </a:r>
          </a:p>
        </p:txBody>
      </p:sp>
      <p:sp>
        <p:nvSpPr>
          <p:cNvPr id="3" name="Content Placeholder 2"/>
          <p:cNvSpPr>
            <a:spLocks noGrp="1"/>
          </p:cNvSpPr>
          <p:nvPr>
            <p:ph idx="1"/>
          </p:nvPr>
        </p:nvSpPr>
        <p:spPr/>
        <p:txBody>
          <a:bodyPr/>
          <a:lstStyle/>
          <a:p>
            <a:r>
              <a:t>"NerdWallet's Datacast"</a:t>
            </a:r>
          </a:p>
          <a:p/>
          <a:p>
            <a:r>
              <a:t>Vibe: Conversational and approachable, "Datacast" is a weekly discussion of the latest advancements in AI, with a focus on its real-world implications and practical applications.</a:t>
            </a:r>
          </a:p>
          <a:p/>
          <a:p>
            <a:r>
              <a:t>Summary: Hosted by NerdWallet's data team, this podcast explores how AI is transforming industries such as healthcare, finance, and retail, and provides actionable tips for businesses looking to integrate AI into their operations.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Podcast Recommendation</a:t>
            </a:r>
          </a:p>
        </p:txBody>
      </p:sp>
      <p:sp>
        <p:nvSpPr>
          <p:cNvPr id="3" name="Content Placeholder 2"/>
          <p:cNvSpPr>
            <a:spLocks noGrp="1"/>
          </p:cNvSpPr>
          <p:nvPr>
            <p:ph idx="1"/>
          </p:nvPr>
        </p:nvSpPr>
        <p:spPr/>
        <p:txBody>
          <a:bodyPr/>
          <a:lstStyle/>
          <a:p>
            <a:r>
              <a:t>"Cognitive Daily" </a:t>
            </a:r>
          </a:p>
          <a:p/>
          <a:p>
            <a:r>
              <a:t>Vibe: Futuristic and insightful, "Cognitive Daily" explores the latest breakthroughs in cognitive computing, including AI-powered brain-computer interfaces, neural networks, and robotics.</a:t>
            </a:r>
          </a:p>
          <a:p/>
          <a:p>
            <a:r>
              <a:t>Summary: Hosted by a team of experts from leading research institutions, this podcast delves into the cutting-edge technologies driving AI innovation, with a focus on their potential to transform human experience and society.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